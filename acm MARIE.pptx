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92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221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83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541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944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145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307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50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9115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189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395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F1B7F-6A7B-49C7-B630-2FD19C1BBC33}" type="datetimeFigureOut">
              <a:rPr lang="es-ES" smtClean="0"/>
              <a:t>13/01/2016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6B0D0-7659-4FA4-9B83-51429E25F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242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99592" y="4005064"/>
            <a:ext cx="7772400" cy="1470025"/>
          </a:xfrm>
        </p:spPr>
        <p:txBody>
          <a:bodyPr/>
          <a:lstStyle/>
          <a:p>
            <a:r>
              <a:rPr lang="es-ES" dirty="0" smtClean="0"/>
              <a:t>ANALISIS COMPARATIVO DE MERCADO</a:t>
            </a:r>
            <a:endParaRPr lang="es-ES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548680"/>
            <a:ext cx="68675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46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LAVALLE 1646 2 PISO</a:t>
            </a:r>
            <a:br>
              <a:rPr lang="es-ES" dirty="0" smtClean="0"/>
            </a:br>
            <a:r>
              <a:rPr lang="es-ES" sz="1800" dirty="0" smtClean="0"/>
              <a:t>PRECIO </a:t>
            </a:r>
            <a:r>
              <a:rPr lang="es-ES" sz="1800" smtClean="0"/>
              <a:t>PUBLICACION </a:t>
            </a:r>
            <a:r>
              <a:rPr lang="es-ES" sz="1800" smtClean="0"/>
              <a:t>SUGERIDO</a:t>
            </a:r>
            <a:r>
              <a:rPr lang="es-ES" sz="1800" dirty="0" smtClean="0"/>
              <a:t>:  U$ 265,000 (DOSCIENTOS SESENTA Y CINCO MIL)</a:t>
            </a:r>
            <a:endParaRPr lang="es-ES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844824"/>
            <a:ext cx="8219256" cy="4176464"/>
          </a:xfrm>
        </p:spPr>
      </p:pic>
    </p:spTree>
    <p:extLst>
      <p:ext uri="{BB962C8B-B14F-4D97-AF65-F5344CB8AC3E}">
        <p14:creationId xmlns:p14="http://schemas.microsoft.com/office/powerpoint/2010/main" val="140558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260648"/>
            <a:ext cx="7499176" cy="778098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VALORES DE REFERENCIA</a:t>
            </a:r>
            <a:br>
              <a:rPr lang="es-ES" dirty="0" smtClean="0"/>
            </a:br>
            <a:r>
              <a:rPr lang="es-ES" sz="1800" dirty="0" smtClean="0"/>
              <a:t>TASACION YA – REPORTE INMOBILIARIO</a:t>
            </a:r>
            <a:endParaRPr lang="es-ES" sz="1800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53978"/>
            <a:ext cx="4697418" cy="2421852"/>
          </a:xfr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119" y="3717032"/>
            <a:ext cx="5712881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4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48680"/>
            <a:ext cx="8229600" cy="5315122"/>
          </a:xfrm>
        </p:spPr>
      </p:pic>
    </p:spTree>
    <p:extLst>
      <p:ext uri="{BB962C8B-B14F-4D97-AF65-F5344CB8AC3E}">
        <p14:creationId xmlns:p14="http://schemas.microsoft.com/office/powerpoint/2010/main" val="138684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92696"/>
            <a:ext cx="8229600" cy="5328592"/>
          </a:xfrm>
        </p:spPr>
      </p:pic>
    </p:spTree>
    <p:extLst>
      <p:ext uri="{BB962C8B-B14F-4D97-AF65-F5344CB8AC3E}">
        <p14:creationId xmlns:p14="http://schemas.microsoft.com/office/powerpoint/2010/main" val="252959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1788"/>
            <a:ext cx="8229600" cy="3847762"/>
          </a:xfrm>
        </p:spPr>
      </p:pic>
    </p:spTree>
    <p:extLst>
      <p:ext uri="{BB962C8B-B14F-4D97-AF65-F5344CB8AC3E}">
        <p14:creationId xmlns:p14="http://schemas.microsoft.com/office/powerpoint/2010/main" val="768468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1396826"/>
            <a:ext cx="8229600" cy="3713511"/>
          </a:xfrm>
        </p:spPr>
      </p:pic>
    </p:spTree>
    <p:extLst>
      <p:ext uri="{BB962C8B-B14F-4D97-AF65-F5344CB8AC3E}">
        <p14:creationId xmlns:p14="http://schemas.microsoft.com/office/powerpoint/2010/main" val="3246913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55426"/>
            <a:ext cx="8229600" cy="3380486"/>
          </a:xfrm>
        </p:spPr>
      </p:pic>
    </p:spTree>
    <p:extLst>
      <p:ext uri="{BB962C8B-B14F-4D97-AF65-F5344CB8AC3E}">
        <p14:creationId xmlns:p14="http://schemas.microsoft.com/office/powerpoint/2010/main" val="1499639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</Words>
  <Application>Microsoft Office PowerPoint</Application>
  <PresentationFormat>Presentación en pantalla (4:3)</PresentationFormat>
  <Paragraphs>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ANALISIS COMPARATIVO DE MERCADO</vt:lpstr>
      <vt:lpstr>LAVALLE 1646 2 PISO PRECIO PUBLICACION SUGERIDO:  U$ 265,000 (DOSCIENTOS SESENTA Y CINCO MIL)</vt:lpstr>
      <vt:lpstr>VALORES DE REFERENCIA TASACION YA – REPORTE INMOBILIARIO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COMPARATIVO DE MERCADO</dc:title>
  <dc:creator>barbiini@hotmail.com</dc:creator>
  <cp:lastModifiedBy>barbiini@hotmail.com</cp:lastModifiedBy>
  <cp:revision>4</cp:revision>
  <cp:lastPrinted>2016-01-12T19:16:21Z</cp:lastPrinted>
  <dcterms:created xsi:type="dcterms:W3CDTF">2016-01-12T18:55:56Z</dcterms:created>
  <dcterms:modified xsi:type="dcterms:W3CDTF">2016-01-13T16:40:25Z</dcterms:modified>
</cp:coreProperties>
</file>